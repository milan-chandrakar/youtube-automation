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1,132,696</a:t>
            </a:r>
            <a:br/>
            <a:r>
              <a:t>• Average Engagement Rate: 2.10%</a:t>
            </a:r>
            <a:br/>
            <a:r>
              <a:t>• Total Comments: 16,768</a:t>
            </a:r>
            <a:br/>
            <a:br/>
            <a:r>
              <a:t>Sentiment Analysis:</a:t>
            </a:r>
            <a:br/>
            <a:r>
              <a:t>• Positive Sentiment: 26 videos</a:t>
            </a:r>
            <a:br/>
            <a:r>
              <a:t>• Negative Sentiment: 7 videos</a:t>
            </a:r>
            <a:br/>
            <a:r>
              <a:t>• Neutral Sentiment: 17 videos</a:t>
            </a:r>
            <a:br/>
            <a:r>
              <a:t>• Average Sentiment Score: 0.37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shorts</a:t>
            </a:r>
            <a:br/>
            <a:r>
              <a:t>• video</a:t>
            </a:r>
            <a:br/>
            <a:r>
              <a:t>• Mahadev Status Video</a:t>
            </a:r>
            <a:br/>
            <a:r>
              <a:t>• #shortsfeed</a:t>
            </a:r>
            <a:br/>
            <a:r>
              <a:t>• Shiva</a:t>
            </a:r>
            <a:br/>
            <a:r>
              <a:t>• #shorts</a:t>
            </a:r>
            <a:br/>
            <a:r>
              <a:t>• Shiva Cartoon</a:t>
            </a:r>
            <a:br/>
            <a:r>
              <a:t>• #</a:t>
            </a:r>
            <a:br/>
            <a:r>
              <a:t>• youtubeshorts</a:t>
            </a:r>
            <a:br/>
            <a:r>
              <a:t>• 💔🙏</a:t>
            </a:r>
            <a:br/>
            <a:r>
              <a:t>• Mahadev 🙏</a:t>
            </a:r>
            <a:br/>
            <a:r>
              <a:t>• 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T-Series Telugu</a:t>
            </a:r>
            <a:br/>
            <a:r>
              <a:t>   Videos: 1, Total Views: 34,496,818</a:t>
            </a:r>
            <a:br/>
            <a:br/>
            <a:r>
              <a:t>2. Nav Haryanvi</a:t>
            </a:r>
            <a:br/>
            <a:r>
              <a:t>   Videos: 1, Total Views: 5,643,721</a:t>
            </a:r>
            <a:br/>
            <a:br/>
            <a:r>
              <a:t>3. Djshiva Vangoor</a:t>
            </a:r>
            <a:br/>
            <a:r>
              <a:t>   Videos: 1, Total Views: 3,673,230</a:t>
            </a:r>
            <a:br/>
            <a:br/>
            <a:r>
              <a:t>4. Aruna Media</a:t>
            </a:r>
            <a:br/>
            <a:r>
              <a:t>   Videos: 1, Total Views: 2,573,100</a:t>
            </a:r>
            <a:br/>
            <a:br/>
            <a:r>
              <a:t>5. Hansraj Raghuwanshi</a:t>
            </a:r>
            <a:br/>
            <a:r>
              <a:t>   Videos: 1, Total Views: 1,927,063</a:t>
            </a:r>
            <a:br/>
            <a:br/>
            <a:r>
              <a:t>6. Busy Fun Ltd</a:t>
            </a:r>
            <a:br/>
            <a:r>
              <a:t>   Videos: 1, Total Views: 1,366,341</a:t>
            </a:r>
            <a:br/>
            <a:br/>
            <a:r>
              <a:t>7. Everyday Show</a:t>
            </a:r>
            <a:br/>
            <a:r>
              <a:t>   Videos: 1, Total Views: 1,308,280</a:t>
            </a:r>
            <a:br/>
            <a:br/>
            <a:r>
              <a:t>8. Nainital WaLE</a:t>
            </a:r>
            <a:br/>
            <a:r>
              <a:t>   Videos: 1, Total Views: 1,260,359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