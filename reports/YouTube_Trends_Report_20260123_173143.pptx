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49,279</a:t>
            </a:r>
            <a:br/>
            <a:r>
              <a:t>• Average Engagement Rate: 4.77%</a:t>
            </a:r>
            <a:br/>
            <a:r>
              <a:t>• Total Comments: 8,063</a:t>
            </a:r>
            <a:br/>
            <a:br/>
            <a:r>
              <a:t>Sentiment Analysis:</a:t>
            </a:r>
            <a:br/>
            <a:r>
              <a:t>• Positive Sentiment: 48 videos</a:t>
            </a:r>
            <a:br/>
            <a:r>
              <a:t>• Negative Sentiment: 1 videos</a:t>
            </a:r>
            <a:br/>
            <a:r>
              <a:t>• Neutral Sentiment: 1 videos</a:t>
            </a:r>
            <a:br/>
            <a:r>
              <a:t>• Average Sentiment Score: 0.88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I</a:t>
            </a:r>
            <a:br/>
            <a:r>
              <a:t>• Bulk</a:t>
            </a:r>
            <a:br/>
            <a:r>
              <a:t>• AI</a:t>
            </a:r>
            <a:br/>
            <a:r>
              <a:t>• Unlimited AI Videos</a:t>
            </a:r>
            <a:br/>
            <a:r>
              <a:t>• Beginners</a:t>
            </a:r>
            <a:br/>
            <a:r>
              <a:t>• n8n</a:t>
            </a:r>
            <a:br/>
            <a:r>
              <a:t>• Video</a:t>
            </a:r>
            <a:br/>
            <a:r>
              <a:t>• Web Dev</a:t>
            </a:r>
            <a:br/>
            <a:r>
              <a:t>• Google VEO</a:t>
            </a:r>
            <a:br/>
            <a:r>
              <a:t>• AI Automation</a:t>
            </a:r>
            <a:br/>
            <a:r>
              <a:t>• FREE</a:t>
            </a:r>
            <a:br/>
            <a:r>
              <a:t>• Beginner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MoneyCar</a:t>
            </a:r>
            <a:br/>
            <a:r>
              <a:t>   Videos: 1, Total Views: 610,238</a:t>
            </a:r>
            <a:br/>
            <a:br/>
            <a:r>
              <a:t>2. Dan Martell</a:t>
            </a:r>
            <a:br/>
            <a:r>
              <a:t>   Videos: 3, Total Views: 509,894</a:t>
            </a:r>
            <a:br/>
            <a:br/>
            <a:r>
              <a:t>3. Automation Xpert</a:t>
            </a:r>
            <a:br/>
            <a:r>
              <a:t>   Videos: 2, Total Views: 132,641</a:t>
            </a:r>
            <a:br/>
            <a:br/>
            <a:r>
              <a:t>4. Mr How</a:t>
            </a:r>
            <a:br/>
            <a:r>
              <a:t>   Videos: 1, Total Views: 130,322</a:t>
            </a:r>
            <a:br/>
            <a:br/>
            <a:r>
              <a:t>5. zapiwala ai</a:t>
            </a:r>
            <a:br/>
            <a:r>
              <a:t>   Videos: 1, Total Views: 126,602</a:t>
            </a:r>
            <a:br/>
            <a:br/>
            <a:r>
              <a:t>6. Nate Herk | AI Automation</a:t>
            </a:r>
            <a:br/>
            <a:r>
              <a:t>   Videos: 4, Total Views: 117,326</a:t>
            </a:r>
            <a:br/>
            <a:br/>
            <a:r>
              <a:t>7. Duncan Rogoff | AI Automation</a:t>
            </a:r>
            <a:br/>
            <a:r>
              <a:t>   Videos: 1, Total Views: 108,035</a:t>
            </a:r>
            <a:br/>
            <a:br/>
            <a:r>
              <a:t>8. Make First Million</a:t>
            </a:r>
            <a:br/>
            <a:r>
              <a:t>   Videos: 1, Total Views: 75,284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