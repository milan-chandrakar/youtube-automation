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Shivji Trending Videos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DC3C7"/>
                </a:solidFill>
              </a:defRPr>
            </a:pPr>
            <a:r>
              <a:t>Generated on January 23,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/>
            </a:pPr>
            <a:r>
              <a:t>Videos Analyzed: 50</a:t>
            </a:r>
            <a:br/>
            <a:br/>
            <a:r>
              <a:t>Engagement Metrics:</a:t>
            </a:r>
            <a:br/>
            <a:r>
              <a:t>• Average Views per Video: 576,426</a:t>
            </a:r>
            <a:br/>
            <a:r>
              <a:t>• Average Engagement Rate: 1.95%</a:t>
            </a:r>
            <a:br/>
            <a:r>
              <a:t>• Total Comments: 11,617</a:t>
            </a:r>
            <a:br/>
            <a:br/>
            <a:r>
              <a:t>Sentiment Analysis:</a:t>
            </a:r>
            <a:br/>
            <a:r>
              <a:t>• Positive Sentiment: 26 videos</a:t>
            </a:r>
            <a:br/>
            <a:r>
              <a:t>• Negative Sentiment: 7 videos</a:t>
            </a:r>
            <a:br/>
            <a:r>
              <a:t>• Neutral Sentiment: 17 videos</a:t>
            </a:r>
            <a:br/>
            <a:r>
              <a:t>• Average Sentiment Score: 0.37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Key Industry Themes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80000"/>
              </a:lnSpc>
              <a:defRPr sz="1800"/>
            </a:pPr>
            <a:r>
              <a:t>• shorts</a:t>
            </a:r>
            <a:br/>
            <a:r>
              <a:t>• Mahadev Status Video</a:t>
            </a:r>
            <a:br/>
            <a:r>
              <a:t>• video</a:t>
            </a:r>
            <a:br/>
            <a:r>
              <a:t>• #shorts</a:t>
            </a:r>
            <a:br/>
            <a:r>
              <a:t>• Shiva</a:t>
            </a:r>
            <a:br/>
            <a:r>
              <a:t>• #</a:t>
            </a:r>
            <a:br/>
            <a:r>
              <a:t>• Shiva Cartoon</a:t>
            </a:r>
            <a:br/>
            <a:r>
              <a:t>• youtubeshorts</a:t>
            </a:r>
            <a:br/>
            <a:r>
              <a:t>• #shortsfeed</a:t>
            </a:r>
            <a:br/>
            <a:r>
              <a:t>• 💔🙏</a:t>
            </a:r>
            <a:br/>
            <a:r>
              <a:t>• Mahadev 🙏</a:t>
            </a:r>
            <a:br/>
            <a:r>
              <a:t>• Shiv Ji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Top Performing Channels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1. Brahmi Trolls 2.0</a:t>
            </a:r>
            <a:br/>
            <a:r>
              <a:t>   Videos: 1, Total Views: 5,930,621</a:t>
            </a:r>
            <a:br/>
            <a:br/>
            <a:r>
              <a:t>2. Nav Haryanvi</a:t>
            </a:r>
            <a:br/>
            <a:r>
              <a:t>   Videos: 1, Total Views: 5,643,131</a:t>
            </a:r>
            <a:br/>
            <a:br/>
            <a:r>
              <a:t>3. Djshiva Vangoor</a:t>
            </a:r>
            <a:br/>
            <a:r>
              <a:t>   Videos: 1, Total Views: 3,672,558</a:t>
            </a:r>
            <a:br/>
            <a:br/>
            <a:r>
              <a:t>4. Aruna Media</a:t>
            </a:r>
            <a:br/>
            <a:r>
              <a:t>   Videos: 1, Total Views: 2,573,100</a:t>
            </a:r>
            <a:br/>
            <a:br/>
            <a:r>
              <a:t>5. Hansraj Raghuwanshi</a:t>
            </a:r>
            <a:br/>
            <a:r>
              <a:t>   Videos: 1, Total Views: 1,927,015</a:t>
            </a:r>
            <a:br/>
            <a:br/>
            <a:r>
              <a:t>6. Busy Fun Ltd</a:t>
            </a:r>
            <a:br/>
            <a:r>
              <a:t>   Videos: 1, Total Views: 1,366,062</a:t>
            </a:r>
            <a:br/>
            <a:br/>
            <a:r>
              <a:t>7. Everyday Show</a:t>
            </a:r>
            <a:br/>
            <a:r>
              <a:t>   Videos: 1, Total Views: 1,308,272</a:t>
            </a:r>
            <a:br/>
            <a:br/>
            <a:r>
              <a:t>8. Nainital WaLE</a:t>
            </a:r>
            <a:br/>
            <a:r>
              <a:t>   Videos: 1, Total Views: 1,260,342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400"/>
            </a:pPr>
            <a:r>
              <a:t>• The AI and automation niche shows strong engagement and growth</a:t>
            </a:r>
            <a:br/>
            <a:r>
              <a:t>• Sentiment across the industry is predominantly positive</a:t>
            </a:r>
            <a:br/>
            <a:r>
              <a:t>• Top creators focus on practical applications and tutorials</a:t>
            </a:r>
            <a:br/>
            <a:r>
              <a:t>• Video length and production quality correlate with engagement</a:t>
            </a:r>
            <a:br/>
            <a:r>
              <a:t>• Trending topics revolve around LLMs, automation workflows, and implementation guides</a:t>
            </a:r>
            <a:br/>
            <a:br/>
            <a:r>
              <a:t>Recommendations:</a:t>
            </a:r>
            <a:br/>
            <a:r>
              <a:t>✓ Focus on in-depth, practical content</a:t>
            </a:r>
            <a:br/>
            <a:r>
              <a:t>✓ Engage with trending tools and frameworks</a:t>
            </a:r>
            <a:br/>
            <a:r>
              <a:t>✓ Build community through comments and interactions</a:t>
            </a:r>
            <a:br/>
            <a:r>
              <a:t>✓ Maintain consistent upload schedule</a:t>
            </a:r>
            <a:br/>
            <a:r>
              <a:t>✓ Optimize titles and descriptions for discoverability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