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25</a:t>
            </a:r>
            <a:br/>
            <a:br/>
            <a:r>
              <a:t>Engagement Metrics:</a:t>
            </a:r>
            <a:br/>
            <a:r>
              <a:t>• Average Views per Video: 329,978</a:t>
            </a:r>
            <a:br/>
            <a:r>
              <a:t>• Average Engagement Rate: 1.20%</a:t>
            </a:r>
            <a:br/>
            <a:r>
              <a:t>• Total Comments: 4,254</a:t>
            </a:r>
            <a:br/>
            <a:br/>
            <a:r>
              <a:t>Sentiment Analysis:</a:t>
            </a:r>
            <a:br/>
            <a:r>
              <a:t>• Positive Sentiment: 6 videos</a:t>
            </a:r>
            <a:br/>
            <a:r>
              <a:t>• Negative Sentiment: 7 videos</a:t>
            </a:r>
            <a:br/>
            <a:r>
              <a:t>• Neutral Sentiment: 12 videos</a:t>
            </a:r>
            <a:br/>
            <a:r>
              <a:t>• Average Sentiment Score: 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Shiva Cartoon</a:t>
            </a:r>
            <a:br/>
            <a:r>
              <a:t>• #shorts</a:t>
            </a:r>
            <a:br/>
            <a:r>
              <a:t>• video</a:t>
            </a:r>
            <a:br/>
            <a:r>
              <a:t>• shorts</a:t>
            </a:r>
            <a:br/>
            <a:r>
              <a:t>• #shortsfeed</a:t>
            </a:r>
            <a:br/>
            <a:r>
              <a:t>• 💔🙏</a:t>
            </a:r>
            <a:br/>
            <a:r>
              <a:t>• Shiv Ji</a:t>
            </a:r>
            <a:br/>
            <a:r>
              <a:t>• Aruna Media Har Har Mahadev</a:t>
            </a:r>
            <a:br/>
            <a:r>
              <a:t>• Ganpati Bappa Magic</a:t>
            </a:r>
            <a:br/>
            <a:r>
              <a:t>• का</a:t>
            </a:r>
            <a:br/>
            <a:r>
              <a:t>• 🙏</a:t>
            </a:r>
            <a:br/>
            <a:r>
              <a:t>• youtubeshorts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Aruna Media</a:t>
            </a:r>
            <a:br/>
            <a:r>
              <a:t>   Videos: 1, Total Views: 2,573,100</a:t>
            </a:r>
            <a:br/>
            <a:br/>
            <a:r>
              <a:t>2. Hansraj Raghuwanshi</a:t>
            </a:r>
            <a:br/>
            <a:r>
              <a:t>   Videos: 1, Total Views: 1,927,015</a:t>
            </a:r>
            <a:br/>
            <a:br/>
            <a:r>
              <a:t>3. Busy Fun Ltd</a:t>
            </a:r>
            <a:br/>
            <a:r>
              <a:t>   Videos: 1, Total Views: 1,366,062</a:t>
            </a:r>
            <a:br/>
            <a:br/>
            <a:r>
              <a:t>4. Ismart Hansi</a:t>
            </a:r>
            <a:br/>
            <a:r>
              <a:t>   Videos: 1, Total Views: 1,207,121</a:t>
            </a:r>
            <a:br/>
            <a:br/>
            <a:r>
              <a:t>5. Khajana Kisso Ka💰</a:t>
            </a:r>
            <a:br/>
            <a:r>
              <a:t>   Videos: 1, Total Views: 727,363</a:t>
            </a:r>
            <a:br/>
            <a:br/>
            <a:r>
              <a:t>6. mscc news</a:t>
            </a:r>
            <a:br/>
            <a:r>
              <a:t>   Videos: 1, Total Views: 121,580</a:t>
            </a:r>
            <a:br/>
            <a:br/>
            <a:r>
              <a:t>7. Chukku Ki Masti</a:t>
            </a:r>
            <a:br/>
            <a:r>
              <a:t>   Videos: 5, Total Views: 93,510</a:t>
            </a:r>
            <a:br/>
            <a:br/>
            <a:r>
              <a:t>8. vfx shorts ranjeet</a:t>
            </a:r>
            <a:br/>
            <a:r>
              <a:t>   Videos: 3, Total Views: 80,431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