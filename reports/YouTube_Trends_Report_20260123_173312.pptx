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Shivji Trending Videos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DC3C7"/>
                </a:solidFill>
              </a:defRPr>
            </a:pPr>
            <a:r>
              <a:t>Generated on January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/>
            </a:pPr>
            <a:r>
              <a:t>Videos Analyzed: 25</a:t>
            </a:r>
            <a:br/>
            <a:br/>
            <a:r>
              <a:t>Engagement Metrics:</a:t>
            </a:r>
            <a:br/>
            <a:r>
              <a:t>• Average Views per Video: 48,095</a:t>
            </a:r>
            <a:br/>
            <a:r>
              <a:t>• Average Engagement Rate: 5.93%</a:t>
            </a:r>
            <a:br/>
            <a:r>
              <a:t>• Total Comments: 5,209</a:t>
            </a:r>
            <a:br/>
            <a:br/>
            <a:r>
              <a:t>Sentiment Analysis:</a:t>
            </a:r>
            <a:br/>
            <a:r>
              <a:t>• Positive Sentiment: 24 videos</a:t>
            </a:r>
            <a:br/>
            <a:r>
              <a:t>• Negative Sentiment: 0 videos</a:t>
            </a:r>
            <a:br/>
            <a:r>
              <a:t>• Neutral Sentiment: 1 videos</a:t>
            </a:r>
            <a:br/>
            <a:r>
              <a:t>• Average Sentiment Score: 0.88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Key Industry Themes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80000"/>
              </a:lnSpc>
              <a:defRPr sz="1800"/>
            </a:pPr>
            <a:r>
              <a:t>• I</a:t>
            </a:r>
            <a:br/>
            <a:r>
              <a:t>• Bulk</a:t>
            </a:r>
            <a:br/>
            <a:r>
              <a:t>• Google VEO</a:t>
            </a:r>
            <a:br/>
            <a:r>
              <a:t>• Beginners</a:t>
            </a:r>
            <a:br/>
            <a:r>
              <a:t>• Unlimited AI Videos</a:t>
            </a:r>
            <a:br/>
            <a:r>
              <a:t>• Video</a:t>
            </a:r>
            <a:br/>
            <a:r>
              <a:t>• AI</a:t>
            </a:r>
            <a:br/>
            <a:r>
              <a:t>• FREE - AI Automation</a:t>
            </a:r>
            <a:br/>
            <a:r>
              <a:t>• Whisk</a:t>
            </a:r>
            <a:br/>
            <a:r>
              <a:t>• Create Bulk AI Videos</a:t>
            </a:r>
            <a:br/>
            <a:r>
              <a:t>• FREE Text-to-Video Automation</a:t>
            </a:r>
            <a:br/>
            <a:r>
              <a:t>• Ultimate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Top Performing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1. Dan Martell</a:t>
            </a:r>
            <a:br/>
            <a:r>
              <a:t>   Videos: 2, Total Views: 317,826</a:t>
            </a:r>
            <a:br/>
            <a:br/>
            <a:r>
              <a:t>2. Automation Xpert</a:t>
            </a:r>
            <a:br/>
            <a:r>
              <a:t>   Videos: 2, Total Views: 132,641</a:t>
            </a:r>
            <a:br/>
            <a:br/>
            <a:r>
              <a:t>3. Mr How</a:t>
            </a:r>
            <a:br/>
            <a:r>
              <a:t>   Videos: 1, Total Views: 130,322</a:t>
            </a:r>
            <a:br/>
            <a:br/>
            <a:r>
              <a:t>4. zapiwala ai</a:t>
            </a:r>
            <a:br/>
            <a:r>
              <a:t>   Videos: 1, Total Views: 126,602</a:t>
            </a:r>
            <a:br/>
            <a:br/>
            <a:r>
              <a:t>5. Duncan Rogoff | AI Automation</a:t>
            </a:r>
            <a:br/>
            <a:r>
              <a:t>   Videos: 1, Total Views: 108,035</a:t>
            </a:r>
            <a:br/>
            <a:br/>
            <a:r>
              <a:t>6. Anything Data</a:t>
            </a:r>
            <a:br/>
            <a:r>
              <a:t>   Videos: 2, Total Views: 63,189</a:t>
            </a:r>
            <a:br/>
            <a:br/>
            <a:r>
              <a:t>7. Liam Ottley</a:t>
            </a:r>
            <a:br/>
            <a:r>
              <a:t>   Videos: 1, Total Views: 60,436</a:t>
            </a:r>
            <a:br/>
            <a:br/>
            <a:r>
              <a:t>8. Ishan Sharma</a:t>
            </a:r>
            <a:br/>
            <a:r>
              <a:t>   Videos: 1, Total Views: 48,080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defRPr sz="1400"/>
            </a:pPr>
            <a:r>
              <a:t>• The AI and automation niche shows strong engagement and growth</a:t>
            </a:r>
            <a:br/>
            <a:r>
              <a:t>• Sentiment across the industry is predominantly positive</a:t>
            </a:r>
            <a:br/>
            <a:r>
              <a:t>• Top creators focus on practical applications and tutorials</a:t>
            </a:r>
            <a:br/>
            <a:r>
              <a:t>• Video length and production quality correlate with engagement</a:t>
            </a:r>
            <a:br/>
            <a:r>
              <a:t>• Trending topics revolve around LLMs, automation workflows, and implementation guides</a:t>
            </a:r>
            <a:br/>
            <a:br/>
            <a:r>
              <a:t>Recommendations:</a:t>
            </a:r>
            <a:br/>
            <a:r>
              <a:t>✓ Focus on in-depth, practical content</a:t>
            </a:r>
            <a:br/>
            <a:r>
              <a:t>✓ Engage with trending tools and frameworks</a:t>
            </a:r>
            <a:br/>
            <a:r>
              <a:t>✓ Build community through comments and interactions</a:t>
            </a:r>
            <a:br/>
            <a:r>
              <a:t>✓ Maintain consistent upload schedule</a:t>
            </a:r>
            <a:br/>
            <a:r>
              <a:t>✓ Optimize titles and descriptions for discoverability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